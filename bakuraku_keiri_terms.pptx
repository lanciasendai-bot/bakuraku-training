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0170B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800" kern="0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バクラクBSM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経理基礎用語ガイド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IS（インサイドセールス）向け プロダクト理解のための必須用語集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全7カテゴリ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55+用語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経理の言葉が分かるようになる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7つのカテゴリで学ぶ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お金の記録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4用語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109728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632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請求・支払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5176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5用語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0" y="109728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801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振込・銀行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0916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3用語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29400" y="109728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801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決算・財務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76656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5用語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256032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432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税金・法令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9436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4用語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514600" y="256032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27432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06324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承認・管理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65176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4用語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72000" y="2560320"/>
            <a:ext cx="1874520" cy="128016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74320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2064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その他の頻出用語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70916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4用語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629400" y="2560320"/>
            <a:ext cx="1874520" cy="1280160"/>
          </a:xfrm>
          <a:prstGeom prst="rect">
            <a:avLst/>
          </a:prstGeom>
          <a:solidFill>
            <a:srgbClr val="0170B9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2743200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7804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55+用語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766560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入社初月で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経理と対等に話せる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170B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お金の記録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仕訳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しわけ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取引を2面で記録するルール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勘定科目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かんじょうかもく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お金の使い道につける「タグ」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複式簿記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ふくしきぼき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借方と貸方の2面記録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伝票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でんぴょう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取引記録の元ネタ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お金の記録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（しわけ）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取引を2面で記録するルール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コピー用紙5,000円を買った → 「消耗品費 5,000 / 現金 5,000」。すべての取引を借方・貸方で記録する簿記の基本。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勘定科目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（かんじょうかもく）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お金の使い道につける「タグ」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交際費・旅費交通費・消耗品費など。判断が属人化しやすく、バクラクAIが自動提案。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お金の記録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複式簿記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（ふくしきぼき）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借方と貸方の2面記録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企業会計の基本。必ず左右が一致し、不一致ならミスが即分かる仕組み。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0170B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（でんぴょう）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取引記録の元ネタ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入金伝票・出金伝票・振替伝票。会計ソフト入力前の原始記録。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請求・支払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売掛金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うりかけきん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売ったけどまだもらっていないお金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買掛金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かいかけきん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買ったけどまだ払っていないお金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消込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けしこみ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入金と帳簿の突き合わせ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支払サイト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しはらいさいと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請求書受領から支払いまでの期間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3点突合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10896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さんてんとつごう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5488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発注書・納品書・請求書の照合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請求・支払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売掛金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（うりかけきん）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売ったけどまだもらっていないお金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BtoB取引のほとんどが売掛金を経由。月末締め翌月払いなどの契約で発生。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買掛金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（かいかけきん）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買ったけどまだ払っていないお金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売掛金の逆。二重払いや支払い忘れのリスクがある。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請求・支払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（けしこみ）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入金と帳簿の突き合わせ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売掛金50万円 → 口座に50万円入金確認 → 消す。振込名義が違うと調査が必要。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支払サイト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（しはらいさいと）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請求書受領から支払いまでの期間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月末締め翌月末払い=約30日。取引先ごとに異なり管理が煩雑。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請求・支払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3点突合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（さんてんとつごう）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発注書・納品書・請求書の照合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3つの書類が一致するかチェック。不一致は過払い・不正のリスク。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振込・銀行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FBデータ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エフビーデータ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銀行への一括振込指示ファイル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全銀フォーマット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ぜんぎんフォーマット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FBデータの共通書式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小口現金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こぐちげんきん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社内に置く少額の現金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振込・銀行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FBデータ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（エフビーデータ）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銀行への一括振込指示ファイル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Bankingの略。全銀フォーマットで作成しネットバンキングにアップロード。手入力ミスで誤送金リスク。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全銀フォーマット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（ぜんぎんフォーマット）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FBデータの共通書式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全国銀行協会が定めたデータ形式。1文字ズレると振込エラー。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振込・銀行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小口現金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（こぐちげんきん）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社内に置く少額の現金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管理が面倒。法人カードに置き換える動きが進んでいる。バクラクビジネスカードで廃止可能。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決算・財務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月次決算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げつじけっさん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毎月の業績を締めて集計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P/L（損益計算書）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そんえきけいさんしょ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「儲かっているか」を見る表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B/S（貸借対照表）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たいしゃくたいしょうひょう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「会社の体力」を見る表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減価償却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げんかしょうきゃく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高額資産を数年に分けて費用化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棚卸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10896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たなおろし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5488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在庫を実際に数えて帳簿と照合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決算・財務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月次決算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（げつじけっさん）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毎月の業績を締めて集計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5営業日以内で締められる企業は優秀。10日以上は改善余地大。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P/L（損益計算書）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（そんえきけいさんしょ）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「儲かっているか」を見る表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売上−費用=利益。Profit &amp; Loss Statement。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決算・財務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B/S（貸借対照表）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（たいしゃくたいしょうひょう）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「会社の体力」を見る表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資産・負債・純資産の3ブロック。Balance Sheet。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減価償却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（げんかしょうきゃく）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高額資産を数年に分けて費用化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100万円のPC → 5年で毎年20万円ずつ費用計上。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決算・財務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棚卸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（たなおろし）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在庫を実際に数えて帳簿と照合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決算時に必須。差額は損失として計上。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CA8A0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税金・法令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インボイス制度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適格請求書で消費税を正しく計算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電帳法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でんちょうほう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帳簿・書類の電子保存ルール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源泉徴収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げんせんちょうしゅう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給与から所得税を天引き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年末調整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ねんまつちょうせい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所得税の年間過不足を精算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税金・法令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インボイス制度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適格請求書で消費税を正しく計算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2023年10月開始。登録番号がないと仕入税額控除が不可。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電帳法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（でんちょうほう）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帳簿・書類の電子保存ルール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2024年1月から電子取引の電子保存が義務化。JIIMA認証ソフトで要件クリア。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税金・法令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源泉徴収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（げんせんちょうしゅう）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給与から所得税を天引き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会社が社員の所得税を代わりに納税。年末調整で過不足を精算。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年末調整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（ねんまつちょうせい）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所得税の年間過不足を精算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11〜12月の大仕事。社員全員分の書類回収・チェックが必要。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9333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承認・管理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稟議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りんぎ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購入・契約前の上長許可手続き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内部統制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ないぶとうせい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不正・ミスを防ぐ仕組み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証憑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しょうひょう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取引を証明する書類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かんさ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帳簿・業務の正しさを第三者チェック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承認・管理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稟議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（りんぎ）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購入・契約前の上長許可手続き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金額に応じて承認ルートが変わる。紙だと出張中の承認者で停止。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内部統制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（ないぶとうせい）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不正・ミスを防ぐ仕組み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起票者と承認者の分離など。上場企業は整備が法的義務。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承認・管理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（しょうひょう）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取引を証明する書類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領収書・請求書・契約書など。法人は最低7年保存義務。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（かんさ）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帳簿・業務の正しさを第三者チェック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証跡が残っていないと「不備」。デジタル承認履歴は監査で有利。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 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801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その他の頻出用語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エーアイオーシーアール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AIで書類の文字を自動読み取り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パーソナライズドAI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使うほどその会社に最適化されるAI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089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サース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ネット経由で使うソフトウェア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API連携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エーピーアイれんけい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ソフト同士の自動データ連携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その他の頻出用語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AI-OCR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（エーアイオーシーアール）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AIで書類の文字を自動読み取り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バクラクは99%以上の精度。最大100枚一括読み取り可能。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パーソナライズドAI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使うほどその会社に最適化されるAI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バクラク独自。同じ取引先の処理を繰り返すと自動で正しい仕訳を提案。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その他の頻出用語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011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（サース）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ネット経由で使うソフトウェア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Service。インストール不要、月額課金。バクラクもSaaS。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API連携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（エーピーアイれんけい）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589520" cy="411480"/>
          </a:xfrm>
          <a:prstGeom prst="rect">
            <a:avLst/>
          </a:prstGeom>
          <a:solidFill>
            <a:srgbClr val="E8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ソフト同士の自動データ連携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バクラク → freee/マネフォにボタン1つで仕訳反映。CSV出力不要。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2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70B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用語マスターへの道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286000" y="2057400"/>
            <a:ext cx="365760" cy="365760"/>
          </a:xfrm>
          <a:prstGeom prst="ellipse">
            <a:avLst/>
          </a:prstGeom>
          <a:solidFill>
            <a:srgbClr val="0170B9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346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まず教材モードで用語をざっと眺める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86000" y="2651760"/>
            <a:ext cx="365760" cy="365760"/>
          </a:xfrm>
          <a:prstGeom prst="ellipse">
            <a:avLst/>
          </a:prstGeom>
          <a:solidFill>
            <a:srgbClr val="0170B9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346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テストモードで理解度をチェック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286000" y="3246120"/>
            <a:ext cx="365760" cy="365760"/>
          </a:xfrm>
          <a:prstGeom prst="ellipse">
            <a:avLst/>
          </a:prstGeom>
          <a:solidFill>
            <a:srgbClr val="0170B9"/>
          </a:solidFill>
          <a:ln/>
        </p:spPr>
      </p:sp>
      <p:sp>
        <p:nvSpPr>
          <p:cNvPr id="12" name="Text 9"/>
          <p:cNvSpPr/>
          <p:nvPr/>
        </p:nvSpPr>
        <p:spPr>
          <a:xfrm>
            <a:off x="2286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346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復習モードで弱点を重点的に潰す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286000" y="3840480"/>
            <a:ext cx="365760" cy="365760"/>
          </a:xfrm>
          <a:prstGeom prst="ellipse">
            <a:avLst/>
          </a:prstGeom>
          <a:solidFill>
            <a:srgbClr val="0170B9"/>
          </a:solidFill>
          <a:ln/>
        </p:spPr>
      </p:sp>
      <p:sp>
        <p:nvSpPr>
          <p:cNvPr id="15" name="Text 12"/>
          <p:cNvSpPr/>
          <p:nvPr/>
        </p:nvSpPr>
        <p:spPr>
          <a:xfrm>
            <a:off x="22860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346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経理担当者の言葉が自然に分かるようになる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42976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学習ツールで今すぐスタート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バクラクBSM 経理基礎用語ガイド</dc:title>
  <dc:subject>PptxGenJS Presentation</dc:subject>
  <dc:creator>RIKU</dc:creator>
  <cp:lastModifiedBy>RIKU</cp:lastModifiedBy>
  <cp:revision>1</cp:revision>
  <dcterms:created xsi:type="dcterms:W3CDTF">2026-03-11T03:48:39Z</dcterms:created>
  <dcterms:modified xsi:type="dcterms:W3CDTF">2026-03-11T03:48:39Z</dcterms:modified>
</cp:coreProperties>
</file>